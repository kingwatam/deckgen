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everyone. My name is [Name] and today I will be presenting our study on [topic]. This work was conducted at [Institution] in collaboration with [Collaborators]. I will walk you through our research question, methods, key findings, and what these results mean for practice and future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full citation for the paper we are discussing. The study was published in [Journal] and represents [X] years of work. The key contribution is [one-sentence summary of what the paper does that is novel].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motivation for this study comes from [brief context]. Despite growing attention to [topic], there remains a gap in [specific gap]. Our study addresses this by asking [research question]. This matters because [why the audience should care].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a [study design] with [N] participants measured at [X] time points. Our primary outcome was [outcome], assessed using [instrument]. We analysed the data using [method], adjusting for [covariates]. All analyses were conducted in [software].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to our first set of results. This table shows [what the table presents]. The key pattern here is [describe the main trend]. Notice that [specific observation about a row or column]. This suggests that [interpretation].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second table presents [what Table 2 shows]. The most striking finding is [highlight key result]. Compared to Table 1, we see [difference or consistency]. This is important because [why it matters].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closer look at [Dimension A] versus [Dimension B] reveals an important nuance. On the left, [Dimension A] shows [pattern]. On the right, [Dimension B] shows [pattern]. The contrast between these two dimensions tells us [implication]. This distinction has practical consequences for [field or application].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broader context, our findings [align with / diverge from] prior work by [Author, Year]. The top-left panel summarises this comparison. Our interpretation is that [explanation for pattern]. Key strengths of this study include [strengths]. We acknowledge limitations such as [limitations], which should be considered when interpreting these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visualises [what the figure shows]. The x-axis represents [variable] and the y-axis represents [variable]. The key pattern to notice is [describe the visual trend]. The error bars indicate [what they represent]. This visual confirms the statistical findings we discussed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carry implications across three domains. For practice, [practical implication]. For policy, [policy implication]. For future research, [research implication]. The overarching message is that [single takeaway that ties all three together].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I am happy to take questions. If you would like to know more, the full paper is available at [DOI or URL] and I can be reached at [email].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78815" cy="685800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EYEBROW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Presentation Title Goes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Focus: Your Field  ·  Your Method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Author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Institution  ·  Your Event Name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376" y="4928616"/>
            <a:ext cx="3383280" cy="54864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4928616"/>
            <a:ext cx="54864" cy="54864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49286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88536" y="4928616"/>
            <a:ext cx="3383280" cy="54864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8536" y="4928616"/>
            <a:ext cx="54864" cy="54864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49286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two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54696" y="4928616"/>
            <a:ext cx="3383280" cy="54864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854696" y="4928616"/>
            <a:ext cx="54864" cy="54864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6" name="Text 14"/>
          <p:cNvSpPr/>
          <p:nvPr/>
        </p:nvSpPr>
        <p:spPr>
          <a:xfrm>
            <a:off x="8037576" y="49286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three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&amp; citation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Paper Title Goes Here: A Descriptive Subtitle If Needed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A., Author B., Author C., Author 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Name  ·  Volume(Issue): Pages  ·  Month Year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3538728" cy="54864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976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61688" y="4297680"/>
            <a:ext cx="3538728" cy="54864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42976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83296" y="4297680"/>
            <a:ext cx="3538728" cy="54864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3" name="Text 11"/>
          <p:cNvSpPr/>
          <p:nvPr/>
        </p:nvSpPr>
        <p:spPr>
          <a:xfrm>
            <a:off x="8083296" y="4297680"/>
            <a:ext cx="3538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question your study addresses?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27432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274320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point one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point two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point three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evidence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74320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main research question?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480560"/>
            <a:ext cx="73152" cy="201168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17720"/>
            <a:ext cx="10561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HYPOTHESIS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029200"/>
            <a:ext cx="10561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gap in the literature does your study address?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hypothesis?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Cohort, measures, and analytical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38728" cy="164592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3538728" cy="73152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355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355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in your sample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5696" y="1463040"/>
            <a:ext cx="3538728" cy="164592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9" name="Shape 7"/>
          <p:cNvSpPr/>
          <p:nvPr/>
        </p:nvSpPr>
        <p:spPr>
          <a:xfrm>
            <a:off x="4425696" y="1463040"/>
            <a:ext cx="3538728" cy="73152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691640"/>
            <a:ext cx="3355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17136" y="2331720"/>
            <a:ext cx="3355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time points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1463040"/>
            <a:ext cx="3538728" cy="164592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312" y="1463040"/>
            <a:ext cx="3538728" cy="73152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691640"/>
            <a:ext cx="3355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02752" y="2331720"/>
            <a:ext cx="3355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analytical method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303520" cy="27432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383280"/>
            <a:ext cx="73152" cy="274320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20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93192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 one: instrument name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 two: instrument name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 three: instrument name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Covariates: list here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5394960" cy="27432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3383280"/>
            <a:ext cx="73152" cy="274320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520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393192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analytical method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 details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analyses conducted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used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set of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what this table shows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858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</a:tblGrid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 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two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 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 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three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 ***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 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20240"/>
            <a:ext cx="3840480" cy="32004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0" y="1920240"/>
            <a:ext cx="3840480" cy="73152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24688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 one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 two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 three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p&lt;.05   ** p&lt;.01   *** p&lt;.001   NS = not significant   β = standardized coefficient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second set of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what this table shows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858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</a:tblGrid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4F"/>
                    </a:solidFill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 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 ***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two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 ***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three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 ***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 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20240"/>
            <a:ext cx="3840480" cy="32004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0" y="1920240"/>
            <a:ext cx="3840480" cy="73152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24688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two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three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p&lt;.05   ** p&lt;.01   *** p&lt;.001   NS = not significant   β = standardized coefficient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NUANCE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two dimensions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32004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303520" cy="64008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for dimension A, time point 1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for dimension A, time point 2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description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32004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463040"/>
            <a:ext cx="5394960" cy="64008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463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for dimension B, time point 1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for dimension B, time point 2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description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937760"/>
            <a:ext cx="73152" cy="137160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comparison means for theory or practice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 matters more and why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Contextualising the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256032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256032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IN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results compare to existing literature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or contradictory findings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explanations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56032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463040"/>
            <a:ext cx="73152" cy="256032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findings might differ from prior work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differences that matter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implications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303520" cy="219456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297680"/>
            <a:ext cx="73152" cy="219456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4632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one: sample size, design, etc.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two: novelty, measures, etc.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5394960" cy="219456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297680"/>
            <a:ext cx="73152" cy="219456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4348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84632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one: design, generalisability, etc.</a:t>
            </a:r>
            <a:endParaRPr lang="en-US" sz="15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two: measures, attrition, etc.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visualisation</a:t>
            </a:r>
            <a:endParaRPr lang="en-US" sz="2600" dirty="0"/>
          </a:p>
        </p:txBody>
      </p:sp>
      <p:pic>
        <p:nvPicPr>
          <p:cNvPr id="4" name="Image 0" descr="E:\opencode\deckgen\assets\figur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097280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Replace this chart with your own using s.addImage(). Place the file in assets/.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findings into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38728" cy="41148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3538728" cy="64008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172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practice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one for practitioners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two for practitioners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three for practitioners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5696" y="1463040"/>
            <a:ext cx="3538728" cy="41148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9" name="Shape 7"/>
          <p:cNvSpPr/>
          <p:nvPr/>
        </p:nvSpPr>
        <p:spPr>
          <a:xfrm>
            <a:off x="4425696" y="1463040"/>
            <a:ext cx="3538728" cy="640080"/>
          </a:xfrm>
          <a:prstGeom prst="rect">
            <a:avLst/>
          </a:prstGeom>
          <a:solidFill>
            <a:srgbClr val="3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1463040"/>
            <a:ext cx="3172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0016" y="228600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one for policy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two for policy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three for policy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11312" y="1463040"/>
            <a:ext cx="3538728" cy="41148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312" y="1463040"/>
            <a:ext cx="3538728" cy="64008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463040"/>
            <a:ext cx="3172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2286000"/>
            <a:ext cx="3081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one for future research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two for future research</a:t>
            </a:r>
            <a:endParaRPr lang="en-US" sz="15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three for future research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solidFill>
            <a:srgbClr val="1B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message that ties the implications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78815" cy="6858000"/>
          </a:xfrm>
          <a:prstGeom prst="rect">
            <a:avLst/>
          </a:prstGeom>
          <a:solidFill>
            <a:srgbClr val="C9A95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2026-09-15T13:17:53Z</dcterms:created>
  <dcterms:modified xsi:type="dcterms:W3CDTF">2026-09-15T13:17:53Z</dcterms:modified>
</cp:coreProperties>
</file>